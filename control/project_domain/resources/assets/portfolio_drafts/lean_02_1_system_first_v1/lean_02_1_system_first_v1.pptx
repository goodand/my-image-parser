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743200" cy="420624"/>
          </a:xfrm>
          <a:prstGeom prst="roundRect">
            <a:avLst/>
          </a:prstGeom>
          <a:solidFill>
            <a:srgbClr val="57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94360"/>
            <a:ext cx="2596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LEAN 02_1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566928"/>
            <a:ext cx="1847088" cy="420624"/>
          </a:xfrm>
          <a:prstGeom prst="roundRect">
            <a:avLst/>
          </a:prstGeom>
          <a:solidFill>
            <a:srgbClr val="D8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33472" y="594360"/>
            <a:ext cx="17007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SYSTEM-FIRST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46634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Apple SD Gothic Neo"/>
              </a:rPr>
              <a:t>시스템을 구조로 설명하는 개발자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45720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9E2E6"/>
                </a:solidFill>
                <a:latin typeface="Apple SD Gothic Neo"/>
              </a:rPr>
              <a:t>멀티모달 문서를 파싱하고 검색·생성 흐름을 설계한 결과를 다시 포트폴리오 자산으로 묶습니다.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4389120" cy="2331720"/>
          </a:xfrm>
          <a:prstGeom prst="roundRect">
            <a:avLst/>
          </a:prstGeom>
          <a:solidFill>
            <a:srgbClr val="2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410712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이미지 입력을 단순 부속물이 아니라 시스템 단위로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69080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UI, 검색, 생성, 결과 검증까지 한 화면 안에서 연결합니다.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727448"/>
            <a:ext cx="398678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PPT 안의 이미지를 다시 증거 자료로 쓰는 흐름을 설계합니다.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822960"/>
            <a:ext cx="5897880" cy="5394960"/>
          </a:xfrm>
          <a:prstGeom prst="roundRect">
            <a:avLst/>
          </a:prstGeom>
          <a:solidFill>
            <a:srgbClr val="232D37"/>
          </a:solidFill>
          <a:ln w="12700">
            <a:solidFill>
              <a:srgbClr val="3A4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88173"/>
            <a:ext cx="5897880" cy="48645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8A959E"/>
                </a:solidFill>
                <a:latin typeface="Apple SD Gothic Neo"/>
              </a:rPr>
              <a:t>source: 02_1/image27.png • architecture hero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F2329"/>
                </a:solidFill>
                <a:latin typeface="Apple SD Gothic Neo"/>
              </a:rPr>
              <a:t>입력과 결과로 증명하는 제품 경험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6217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5A5F66"/>
                </a:solidFill>
                <a:latin typeface="Apple SD Gothic Neo"/>
              </a:rPr>
              <a:t>입력 조건과 narrative 결과를 같은 사용자 흐름으로 읽히게 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306324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37" y="1508760"/>
            <a:ext cx="1695581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508760"/>
            <a:ext cx="288036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552" y="1508760"/>
            <a:ext cx="27525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91640"/>
            <a:ext cx="4297680" cy="278892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856232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입력 화면에서 플랫폼, 감정, 관계, 태그를 직접 조정합니다.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69464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출력 화면에서는 narrative 결과가 실제 UI 안에서 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3282696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이미지는 설명 대상이 아니라 생성 조건과 맥락의 일부입니다.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736592"/>
            <a:ext cx="3977639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입력과 결과를 따로 나열하지 않고
하나의 사용자 흐름으로 읽히게 배치합니다.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02_1/image4.png + image37.png • paired product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개인 맥락이 곧 포트폴리오의 신뢰도다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5943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프로필 요약과 인물 이미지를 분리하지 않고 한 장에서 연결합니다.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649224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501" y="1508760"/>
            <a:ext cx="3256853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627632"/>
            <a:ext cx="2788920" cy="31546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134" y="1627632"/>
            <a:ext cx="2366010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4572000"/>
            <a:ext cx="4251960" cy="1664208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4736592"/>
            <a:ext cx="384962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• 학력, 경력, 관심사를 설명문이 아니라 실제 자료로 제시합니다.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5193792"/>
            <a:ext cx="384962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• 개발자 정체성을 개인 맥락과 연결해 해석 기준을 만듭니다.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02_1/image5.png + image6.jpeg • profile credibility pair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구현 깊이는 문제와 해법을 한 화면에 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문제 설명과 Python 구현을 동시에 보이게 해서 해결 흔적 자체를 자산으로 사용합니다.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789920" cy="3977639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646" y="1417320"/>
            <a:ext cx="6970243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8" y="5468112"/>
            <a:ext cx="10789920" cy="841248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5632704"/>
            <a:ext cx="103875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문제 정의를 원문 화면으로 보여줍니다.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852160"/>
            <a:ext cx="103875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해결 코드는 구현 수준의 디테일을 그대로 남깁니다.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02_1/image22.png • problem and code proof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실행 이력은 완료된 프로젝트 표로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프로젝트의 수, 역할, 진행 상태를 한 장의 evidence table로 정리합니다.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7132320" cy="443484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99" y="1508760"/>
            <a:ext cx="5342137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691640"/>
            <a:ext cx="3246120" cy="25146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8" y="1856232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프로젝트를 역할, 기간, 상태 기준으로 비교합니다.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423160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포트폴리오가 실행 이력을 가진 문서임을 보여줍니다.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990088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다음 deck regeneration 작업과 바로 연결됩니다.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846320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표 이미지는 form 자체가 의미를 가지므로
요약 대신 실제 evidence block으로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02_1/image23.png • portfolio evidence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743200" cy="420624"/>
          </a:xfrm>
          <a:prstGeom prst="roundRect">
            <a:avLst/>
          </a:prstGeom>
          <a:solidFill>
            <a:srgbClr val="57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94360"/>
            <a:ext cx="2596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APPLIED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49834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AF7F2"/>
                </a:solidFill>
                <a:latin typeface="Apple SD Gothic Neo"/>
              </a:rPr>
              <a:t>적용형 AI 워크플로는 화면 안에서 끝까지 닫힌다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4572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D9E2E6"/>
                </a:solidFill>
                <a:latin typeface="Apple SD Gothic Neo"/>
              </a:rPr>
              <a:t>업로드, 조건 선택, 생성 결과가 한 서비스 화면 안에서 닫힌 구조를 보여줍니다.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4572000" cy="2331720"/>
          </a:xfrm>
          <a:prstGeom prst="roundRect">
            <a:avLst/>
          </a:prstGeom>
          <a:solidFill>
            <a:srgbClr val="2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90672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이미지 업로드부터 생성 결과까지 한 인터페이스 안에서 이어집니다.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49040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멀티모달 입력은 noise가 아니라 form-preserving context로 다뤄집니다.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407408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다음 단계에서는 caption/eval/regeneration skill family로 확장할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868680"/>
            <a:ext cx="5486400" cy="5440680"/>
          </a:xfrm>
          <a:prstGeom prst="roundRect">
            <a:avLst/>
          </a:prstGeom>
          <a:solidFill>
            <a:srgbClr val="232D37"/>
          </a:solidFill>
          <a:ln w="12700">
            <a:solidFill>
              <a:srgbClr val="3A4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97" y="868680"/>
            <a:ext cx="3685404" cy="5440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8A959E"/>
                </a:solidFill>
                <a:latin typeface="Apple SD Gothic Neo"/>
              </a:rPr>
              <a:t>source: 02_1/image29.png • applied AI workflow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