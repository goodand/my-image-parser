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60350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Apple SD Gothic Neo"/>
              </a:rPr>
              <a:t>개인 맥락이 곧 포트폴리오의 신뢰도다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987552"/>
            <a:ext cx="5943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5A5F66"/>
                </a:solidFill>
                <a:latin typeface="Apple SD Gothic Neo"/>
              </a:rPr>
              <a:t>프로필 요약과 인물 이미지를 분리하지 않고 한 장에서 연결합니다.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508760"/>
            <a:ext cx="6492240" cy="4526280"/>
          </a:xfrm>
          <a:prstGeom prst="roundRect">
            <a:avLst/>
          </a:prstGeom>
          <a:solidFill>
            <a:srgbClr val="EFE9DE"/>
          </a:solidFill>
          <a:ln w="12700">
            <a:solidFill>
              <a:srgbClr val="D5C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501" y="1508760"/>
            <a:ext cx="3256853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6679" y="1627632"/>
            <a:ext cx="2788920" cy="3154680"/>
          </a:xfrm>
          <a:prstGeom prst="roundRect">
            <a:avLst/>
          </a:prstGeom>
          <a:solidFill>
            <a:srgbClr val="EFE9DE"/>
          </a:solidFill>
          <a:ln w="12700">
            <a:solidFill>
              <a:srgbClr val="D5C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134" y="1627632"/>
            <a:ext cx="2366010" cy="3154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4572000"/>
            <a:ext cx="4251960" cy="1664208"/>
          </a:xfrm>
          <a:prstGeom prst="roundRect">
            <a:avLst/>
          </a:prstGeom>
          <a:solidFill>
            <a:srgbClr val="E7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0648" y="4736592"/>
            <a:ext cx="384962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F2329"/>
                </a:solidFill>
                <a:latin typeface="Apple SD Gothic Neo"/>
              </a:rPr>
              <a:t>• 학력, 경력, 관심사를 설명문이 아니라 실제 자료로 제시합니다.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0648" y="5193792"/>
            <a:ext cx="384962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F2329"/>
                </a:solidFill>
                <a:latin typeface="Apple SD Gothic Neo"/>
              </a:rPr>
              <a:t>• 개발자 정체성을 개인 맥락과 연결해 해석 기준을 만듭니다.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8813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76787B"/>
                </a:solidFill>
                <a:latin typeface="Apple SD Gothic Neo"/>
              </a:rPr>
              <a:t>source: 02_1/image5.png + image6.jpeg • profile credibility pair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