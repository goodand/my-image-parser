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6675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Apple SD Gothic Neo"/>
              </a:rPr>
              <a:t>구현 깊이는 문제와 해법을 한 화면에 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987552"/>
            <a:ext cx="6583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A5F66"/>
                </a:solidFill>
                <a:latin typeface="Apple SD Gothic Neo"/>
              </a:rPr>
              <a:t>문제 설명과 Python 구현을 동시에 보이게 해서 해결 흔적 자체를 자산으로 사용합니다.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417320"/>
            <a:ext cx="10789920" cy="3977639"/>
          </a:xfrm>
          <a:prstGeom prst="roundRect">
            <a:avLst/>
          </a:prstGeom>
          <a:solidFill>
            <a:srgbClr val="EFE9DE"/>
          </a:solidFill>
          <a:ln w="12700">
            <a:solidFill>
              <a:srgbClr val="D5C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646" y="1417320"/>
            <a:ext cx="6970243" cy="39776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8" y="5468112"/>
            <a:ext cx="10789920" cy="841248"/>
          </a:xfrm>
          <a:prstGeom prst="roundRect">
            <a:avLst/>
          </a:prstGeom>
          <a:solidFill>
            <a:srgbClr val="E7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5632704"/>
            <a:ext cx="1038758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Apple SD Gothic Neo"/>
              </a:rPr>
              <a:t>• 문제 정의를 원문 화면으로 보여줍니다.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5852160"/>
            <a:ext cx="1038758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Apple SD Gothic Neo"/>
              </a:rPr>
              <a:t>• 해결 코드는 구현 수준의 디테일을 그대로 남깁니다.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76787B"/>
                </a:solidFill>
                <a:latin typeface="Apple SD Gothic Neo"/>
              </a:rPr>
              <a:t>source: 02_1/image22.png • problem and code proof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