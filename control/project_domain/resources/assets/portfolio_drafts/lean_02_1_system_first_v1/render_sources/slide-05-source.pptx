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675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Apple SD Gothic Neo"/>
              </a:rPr>
              <a:t>실행 이력은 완료된 프로젝트 표로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87552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A5F66"/>
                </a:solidFill>
                <a:latin typeface="Apple SD Gothic Neo"/>
              </a:rPr>
              <a:t>프로젝트의 수, 역할, 진행 상태를 한 장의 evidence table로 정리합니다.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08760"/>
            <a:ext cx="7132320" cy="4434840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899" y="1508760"/>
            <a:ext cx="5342137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691640"/>
            <a:ext cx="3246120" cy="2514600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8" y="1856232"/>
            <a:ext cx="28437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80" b="0">
                <a:solidFill>
                  <a:srgbClr val="1F2329"/>
                </a:solidFill>
                <a:latin typeface="Apple SD Gothic Neo"/>
              </a:rPr>
              <a:t>• 프로젝트를 역할, 기간, 상태 기준으로 비교합니다.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423160"/>
            <a:ext cx="28437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80" b="0">
                <a:solidFill>
                  <a:srgbClr val="1F2329"/>
                </a:solidFill>
                <a:latin typeface="Apple SD Gothic Neo"/>
              </a:rPr>
              <a:t>• 포트폴리오가 실행 이력을 가진 문서임을 보여줍니다.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2990088"/>
            <a:ext cx="28437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80" b="0">
                <a:solidFill>
                  <a:srgbClr val="1F2329"/>
                </a:solidFill>
                <a:latin typeface="Apple SD Gothic Neo"/>
              </a:rPr>
              <a:t>• 다음 deck regeneration 작업과 바로 연결됩니다.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4846320"/>
            <a:ext cx="2971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F2329"/>
                </a:solidFill>
                <a:latin typeface="Apple SD Gothic Neo"/>
              </a:rPr>
              <a:t>표 이미지는 form 자체가 의미를 가지므로
요약 대신 실제 evidence block으로 남깁니다.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76787B"/>
                </a:solidFill>
                <a:latin typeface="Apple SD Gothic Neo"/>
              </a:rPr>
              <a:t>source: 02_1/image23.png • portfolio evidence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