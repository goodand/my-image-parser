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6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566928"/>
            <a:ext cx="2743200" cy="420624"/>
          </a:xfrm>
          <a:prstGeom prst="roundRect">
            <a:avLst/>
          </a:prstGeom>
          <a:solidFill>
            <a:srgbClr val="57B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8952" y="594360"/>
            <a:ext cx="2596896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1C2631"/>
                </a:solidFill>
                <a:latin typeface="Apple SD Gothic Neo"/>
              </a:rPr>
              <a:t>APPLIED AI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24128"/>
            <a:ext cx="4983480" cy="7772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700" b="1">
                <a:solidFill>
                  <a:srgbClr val="FAF7F2"/>
                </a:solidFill>
                <a:latin typeface="Apple SD Gothic Neo"/>
              </a:rPr>
              <a:t>적용형 AI 워크플로는 화면 안에서 끝까지 닫힌다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874519"/>
            <a:ext cx="4572000" cy="9144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50" b="0">
                <a:solidFill>
                  <a:srgbClr val="D9E2E6"/>
                </a:solidFill>
                <a:latin typeface="Apple SD Gothic Neo"/>
              </a:rPr>
              <a:t>업로드, 조건 선택, 생성 결과가 한 서비스 화면 안에서 닫힌 구조를 보여줍니다.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926080"/>
            <a:ext cx="4572000" cy="2331720"/>
          </a:xfrm>
          <a:prstGeom prst="roundRect">
            <a:avLst/>
          </a:prstGeom>
          <a:solidFill>
            <a:srgbClr val="2A3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3090672"/>
            <a:ext cx="4169663" cy="5303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500" b="0">
                <a:solidFill>
                  <a:srgbClr val="FAF7F2"/>
                </a:solidFill>
                <a:latin typeface="Apple SD Gothic Neo"/>
              </a:rPr>
              <a:t>• 이미지 업로드부터 생성 결과까지 한 인터페이스 안에서 이어집니다.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3749040"/>
            <a:ext cx="4169663" cy="5303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500" b="0">
                <a:solidFill>
                  <a:srgbClr val="FAF7F2"/>
                </a:solidFill>
                <a:latin typeface="Apple SD Gothic Neo"/>
              </a:rPr>
              <a:t>• 멀티모달 입력은 noise가 아니라 form-preserving context로 다뤄집니다.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4407408"/>
            <a:ext cx="4169663" cy="5303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500" b="0">
                <a:solidFill>
                  <a:srgbClr val="FAF7F2"/>
                </a:solidFill>
                <a:latin typeface="Apple SD Gothic Neo"/>
              </a:rPr>
              <a:t>• 다음 단계에서는 caption/eval/regeneration skill family로 확장할 수 있습니다.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15000" y="868680"/>
            <a:ext cx="5486400" cy="5440680"/>
          </a:xfrm>
          <a:prstGeom prst="roundRect">
            <a:avLst/>
          </a:prstGeom>
          <a:solidFill>
            <a:srgbClr val="232D37"/>
          </a:solidFill>
          <a:ln w="12700">
            <a:solidFill>
              <a:srgbClr val="3A4D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5497" y="868680"/>
            <a:ext cx="3685404" cy="54406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0080" y="6400800"/>
            <a:ext cx="10881360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8A959E"/>
                </a:solidFill>
                <a:latin typeface="Apple SD Gothic Neo"/>
              </a:rPr>
              <a:t>source: 02_1/image29.png • applied AI workflow UI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