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743200" cy="420624"/>
          </a:xfrm>
          <a:prstGeom prst="roundRect">
            <a:avLst/>
          </a:prstGeom>
          <a:solidFill>
            <a:srgbClr val="57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94360"/>
            <a:ext cx="2596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LEAN 02_1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566928"/>
            <a:ext cx="1847088" cy="420624"/>
          </a:xfrm>
          <a:prstGeom prst="roundRect">
            <a:avLst/>
          </a:prstGeom>
          <a:solidFill>
            <a:srgbClr val="D8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33472" y="594360"/>
            <a:ext cx="17007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SYSTEM-FIRST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Apple SD Gothic Neo"/>
              </a:rPr>
              <a:t>시스템을 구조로 설명하는 개발자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45720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9E2E6"/>
                </a:solidFill>
                <a:latin typeface="Apple SD Gothic Neo"/>
              </a:rPr>
              <a:t>멀티모달 문서를 파싱하고 검색·생성 흐름을 설계한 결과를 다시 포트폴리오 자산으로 묶습니다.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4389120" cy="2331720"/>
          </a:xfrm>
          <a:prstGeom prst="roundRect">
            <a:avLst/>
          </a:prstGeom>
          <a:solidFill>
            <a:srgbClr val="2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410712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이미지 입력을 단순 부속물이 아니라 시스템 단위로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69080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UI, 검색, 생성, 결과 검증까지 한 화면 안에서 연결합니다.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727448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PPT 안의 이미지를 다시 증거 자료로 쓰는 흐름을 설계합니다.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822960"/>
            <a:ext cx="5897880" cy="5394960"/>
          </a:xfrm>
          <a:prstGeom prst="roundRect">
            <a:avLst/>
          </a:prstGeom>
          <a:solidFill>
            <a:srgbClr val="232D37"/>
          </a:solidFill>
          <a:ln w="12700">
            <a:solidFill>
              <a:srgbClr val="3A4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88173"/>
            <a:ext cx="5897880" cy="48645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8A959E"/>
                </a:solidFill>
                <a:latin typeface="Apple SD Gothic Neo"/>
              </a:rPr>
              <a:t>source: 02_1/image27.png • architecture hero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