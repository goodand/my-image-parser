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1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6400800" cy="8229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2300" b="1">
                <a:solidFill>
                  <a:srgbClr val="1F2329"/>
                </a:solidFill>
                <a:latin typeface="Apple SD Gothic Neo"/>
              </a:rPr>
              <a:t>입력과 결과로 증명하는 제품 경험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49808" y="1097280"/>
            <a:ext cx="62179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5A5F66"/>
                </a:solidFill>
                <a:latin typeface="Apple SD Gothic Neo"/>
              </a:rPr>
              <a:t>입력 조건과 narrative 결과를 같은 사용자 흐름으로 읽히게 합니다.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49808" y="1508760"/>
            <a:ext cx="3063240" cy="4526280"/>
          </a:xfrm>
          <a:prstGeom prst="roundRect">
            <a:avLst/>
          </a:prstGeom>
          <a:solidFill>
            <a:srgbClr val="EFE9DE"/>
          </a:solidFill>
          <a:ln w="12700">
            <a:solidFill>
              <a:srgbClr val="D5C7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3637" y="1508760"/>
            <a:ext cx="1695581" cy="452628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3977639" y="1508760"/>
            <a:ext cx="2880360" cy="4526280"/>
          </a:xfrm>
          <a:prstGeom prst="roundRect">
            <a:avLst/>
          </a:prstGeom>
          <a:solidFill>
            <a:srgbClr val="EFE9DE"/>
          </a:solidFill>
          <a:ln w="12700">
            <a:solidFill>
              <a:srgbClr val="D5C7B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3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1552" y="1508760"/>
            <a:ext cx="2752534" cy="452628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132320" y="1691640"/>
            <a:ext cx="4297680" cy="2788920"/>
          </a:xfrm>
          <a:prstGeom prst="roundRect">
            <a:avLst/>
          </a:prstGeom>
          <a:solidFill>
            <a:srgbClr val="E7DF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33488" y="1856232"/>
            <a:ext cx="3895344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50" b="0">
                <a:solidFill>
                  <a:srgbClr val="1F2329"/>
                </a:solidFill>
                <a:latin typeface="Apple SD Gothic Neo"/>
              </a:rPr>
              <a:t>• 입력 화면에서 플랫폼, 감정, 관계, 태그를 직접 조정합니다.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33488" y="2569464"/>
            <a:ext cx="3895344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50" b="0">
                <a:solidFill>
                  <a:srgbClr val="1F2329"/>
                </a:solidFill>
                <a:latin typeface="Apple SD Gothic Neo"/>
              </a:rPr>
              <a:t>• 출력 화면에서는 narrative 결과가 실제 UI 안에서 보입니다.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33488" y="3282696"/>
            <a:ext cx="3895344" cy="5303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350" b="0">
                <a:solidFill>
                  <a:srgbClr val="1F2329"/>
                </a:solidFill>
                <a:latin typeface="Apple SD Gothic Neo"/>
              </a:rPr>
              <a:t>• 이미지는 설명 대상이 아니라 생성 조건과 맥락의 일부입니다.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69480" y="4736592"/>
            <a:ext cx="3977639" cy="868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/>
            <a:r>
              <a:rPr sz="1250" b="0">
                <a:solidFill>
                  <a:srgbClr val="1F2329"/>
                </a:solidFill>
                <a:latin typeface="Apple SD Gothic Neo"/>
              </a:rPr>
              <a:t>입력과 결과를 따로 나열하지 않고
하나의 사용자 흐름으로 읽히게 배치합니다.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400800"/>
            <a:ext cx="10881360" cy="2194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/>
            <a:r>
              <a:rPr sz="1000" b="0">
                <a:solidFill>
                  <a:srgbClr val="76787B"/>
                </a:solidFill>
                <a:latin typeface="Apple SD Gothic Neo"/>
              </a:rPr>
              <a:t>source: 02_1/image4.png + image37.png • paired product flow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