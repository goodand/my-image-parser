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3172968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3026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PRODUCT CONFIGURATION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입력과 결과가 한 흐름으로 이어집니다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설정 UI와 생성 결과 UI를 한 장의 경험으로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5166360" cy="40690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2" y="1828800"/>
            <a:ext cx="152431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828800"/>
            <a:ext cx="5376672" cy="40690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53" y="1828800"/>
            <a:ext cx="24745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5532120"/>
            <a:ext cx="10771632" cy="676656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0136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왼쪽은 조건을 입력하는 화면, 오른쪽은 결과를 확인하는 화면이다.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71031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텍스트보다 화면 관계가 먼저 읽히도록 배치한다.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02_1/image4.png + image37.png • paired product flow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