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2103120" cy="384048"/>
          </a:xfrm>
          <a:prstGeom prst="roundRect">
            <a:avLst/>
          </a:prstGeom>
          <a:solidFill>
            <a:srgbClr val="2D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195681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18222B"/>
                </a:solidFill>
                <a:latin typeface="Apple SD Gothic Neo"/>
              </a:rPr>
              <a:t>PROFILE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41248"/>
            <a:ext cx="969264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50" b="1">
                <a:solidFill>
                  <a:srgbClr val="1E242C"/>
                </a:solidFill>
                <a:latin typeface="Apple SD Gothic Neo"/>
              </a:rPr>
              <a:t>개인 맥락이 신뢰를 만듭니다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64696F"/>
                </a:solidFill>
                <a:latin typeface="Apple SD Gothic Neo"/>
              </a:rPr>
              <a:t>프로필 요약과 인물 이미지를 분리하지 않고 한 장에 묶습니다.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8119872" cy="4160520"/>
          </a:xfrm>
          <a:prstGeom prst="roundRect">
            <a:avLst/>
          </a:prstGeom>
          <a:solidFill>
            <a:srgbClr val="EEE7DA"/>
          </a:solidFill>
          <a:ln w="12700">
            <a:solidFill>
              <a:srgbClr val="D7C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907" y="1783080"/>
            <a:ext cx="2993673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107424" y="1993392"/>
            <a:ext cx="2395728" cy="3566160"/>
          </a:xfrm>
          <a:prstGeom prst="roundRect">
            <a:avLst/>
          </a:prstGeom>
          <a:solidFill>
            <a:srgbClr val="EEE7DA"/>
          </a:solidFill>
          <a:ln w="12700">
            <a:solidFill>
              <a:srgbClr val="D7C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4" y="2179320"/>
            <a:ext cx="2395728" cy="31943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8" y="5559552"/>
            <a:ext cx="10771632" cy="621792"/>
          </a:xfrm>
          <a:prstGeom prst="roundRect">
            <a:avLst/>
          </a:prstGeom>
          <a:solidFill>
            <a:srgbClr val="EA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87568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1E242C"/>
                </a:solidFill>
                <a:latin typeface="Apple SD Gothic Neo"/>
              </a:rPr>
              <a:t>• 이력 요약이 주인공이고, portrait는 신뢰를 보강한다.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98464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1E242C"/>
                </a:solidFill>
                <a:latin typeface="Apple SD Gothic Neo"/>
              </a:rPr>
              <a:t>• 프로필을 글이 아니라 실제 자료로 보여준다.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2823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7A7E84"/>
                </a:solidFill>
                <a:latin typeface="Apple SD Gothic Neo"/>
              </a:rPr>
              <a:t>source: 02_1/image5.png + image6.jpeg • profile credibility pair • regenerated 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