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2935224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2788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APPLIED AI WORKFLOW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50" b="1">
                <a:solidFill>
                  <a:srgbClr val="FAF7F2"/>
                </a:solidFill>
                <a:latin typeface="Apple SD Gothic Neo"/>
              </a:rPr>
              <a:t>적용형 AI 흐름을 끝까지 닫습니다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D8E1E8"/>
                </a:solidFill>
                <a:latin typeface="Apple SD Gothic Neo"/>
              </a:rPr>
              <a:t>업로드, 조건 선택, 결과 화면을 하나의 applied workflow로 읽히게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00784"/>
            <a:ext cx="9966960" cy="4681728"/>
          </a:xfrm>
          <a:prstGeom prst="roundRect">
            <a:avLst/>
          </a:prstGeom>
          <a:solidFill>
            <a:srgbClr val="222D36"/>
          </a:solidFill>
          <a:ln w="12700">
            <a:solidFill>
              <a:srgbClr val="3A4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106" y="1700784"/>
            <a:ext cx="3171306" cy="46817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5724144"/>
            <a:ext cx="10771632" cy="420624"/>
          </a:xfrm>
          <a:prstGeom prst="roundRect">
            <a:avLst/>
          </a:prstGeom>
          <a:solidFill>
            <a:srgbClr val="23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59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FAF7F2"/>
                </a:solidFill>
                <a:latin typeface="Apple SD Gothic Neo"/>
              </a:rPr>
              <a:t>• 멀티모달 입력은 noise가 아니라 workflow context다.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63055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FAF7F2"/>
                </a:solidFill>
                <a:latin typeface="Apple SD Gothic Neo"/>
              </a:rPr>
              <a:t>• 실험 결과를 실제 사용 흐름으로 연결하는 장면이다.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A7B0B6"/>
                </a:solidFill>
                <a:latin typeface="Apple SD Gothic Neo"/>
              </a:rPr>
              <a:t>source: 02_1/image29.png • applied AI workflow UI • regenerated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