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384048"/>
            <a:ext cx="2340864" cy="384048"/>
          </a:xfrm>
          <a:prstGeom prst="roundRect">
            <a:avLst/>
          </a:prstGeom>
          <a:solidFill>
            <a:srgbClr val="2D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02336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>
                <a:solidFill>
                  <a:srgbClr val="18222B"/>
                </a:solidFill>
                <a:latin typeface="Apple SD Gothic Neo"/>
              </a:rPr>
              <a:t>ARCHITECTURE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41248"/>
            <a:ext cx="96926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AF7F2"/>
                </a:solidFill>
                <a:latin typeface="Apple SD Gothic Neo"/>
              </a:rPr>
              <a:t>시스템을 구조로 설계하고 증명합니다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80" b="0">
                <a:solidFill>
                  <a:srgbClr val="D8E1E8"/>
                </a:solidFill>
                <a:latin typeface="Apple SD Gothic Neo"/>
              </a:rPr>
              <a:t>아키텍처 다이어그램을 크게 두고, 아래에서 역할만 짧게 해석합니다.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71632" cy="4114800"/>
          </a:xfrm>
          <a:prstGeom prst="roundRect">
            <a:avLst/>
          </a:prstGeom>
          <a:solidFill>
            <a:srgbClr val="222D36"/>
          </a:solidFill>
          <a:ln w="12700">
            <a:solidFill>
              <a:srgbClr val="3A4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93" y="1783080"/>
            <a:ext cx="498888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532120"/>
            <a:ext cx="10771632" cy="676656"/>
          </a:xfrm>
          <a:prstGeom prst="roundRect">
            <a:avLst/>
          </a:prstGeom>
          <a:solidFill>
            <a:srgbClr val="23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660136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이미지 자체가 시스템 설명의 본문이다.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971031"/>
            <a:ext cx="1044244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40" b="0">
                <a:solidFill>
                  <a:srgbClr val="FAF7F2"/>
                </a:solidFill>
                <a:latin typeface="Apple SD Gothic Neo"/>
              </a:rPr>
              <a:t>• 검색·생성·검증 흐름을 한 화면에서 읽게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881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A7B0B6"/>
                </a:solidFill>
                <a:latin typeface="Apple SD Gothic Neo"/>
              </a:rPr>
              <a:t>source: 02_1/image27.png • architecture hero • regenerated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