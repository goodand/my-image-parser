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3172968" cy="384048"/>
          </a:xfrm>
          <a:prstGeom prst="roundRect">
            <a:avLst/>
          </a:prstGeom>
          <a:solidFill>
            <a:srgbClr val="2D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302666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8222B"/>
                </a:solidFill>
                <a:latin typeface="Apple SD Gothic Neo"/>
              </a:rPr>
              <a:t>PORTFOLIO EVIDENCE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41248"/>
            <a:ext cx="969264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50" b="1">
                <a:solidFill>
                  <a:srgbClr val="1E242C"/>
                </a:solidFill>
                <a:latin typeface="Apple SD Gothic Neo"/>
              </a:rPr>
              <a:t>프로젝트 표가 실행 이력을 증명합니다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64696F"/>
                </a:solidFill>
                <a:latin typeface="Apple SD Gothic Neo"/>
              </a:rPr>
              <a:t>표는 장식이 아니라 evidence이므로 값 읽기 가능성을 최대한 보존합니다.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664208"/>
            <a:ext cx="11292840" cy="4681728"/>
          </a:xfrm>
          <a:prstGeom prst="roundRect">
            <a:avLst/>
          </a:prstGeom>
          <a:solidFill>
            <a:srgbClr val="EEE7DA"/>
          </a:solidFill>
          <a:ln w="12700">
            <a:solidFill>
              <a:srgbClr val="D7C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564" y="1664208"/>
            <a:ext cx="5639534" cy="46817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5815584"/>
            <a:ext cx="10771632" cy="310896"/>
          </a:xfrm>
          <a:prstGeom prst="roundRect">
            <a:avLst/>
          </a:prstGeom>
          <a:solidFill>
            <a:srgbClr val="EA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1E242C"/>
                </a:solidFill>
                <a:latin typeface="Apple SD Gothic Neo"/>
              </a:rPr>
              <a:t>• 표 내부 값이 읽혀야 이 slide가 의미를 가진다.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2823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7A7E84"/>
                </a:solidFill>
                <a:latin typeface="Apple SD Gothic Neo"/>
              </a:rPr>
              <a:t>source: 02_1/image23.png • portfolio evidence table • regenerated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