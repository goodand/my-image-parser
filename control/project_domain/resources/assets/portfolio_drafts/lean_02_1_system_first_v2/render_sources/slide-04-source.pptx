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935224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PROBLEM AND CODE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문제와 구현을 한 화면에 둡니다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문제 설명과 Python 구현이 동시에 보여야 해결 증거가 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10771632" cy="429768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90" y="1783080"/>
            <a:ext cx="7531067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641848"/>
            <a:ext cx="10771632" cy="512064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9864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문제 정의와 코드가 함께 남아야 구현 깊이가 보인다.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02_1/image22.png • problem and code proof • regenerated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